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5143500" cx="9144000"/>
  <p:notesSz cx="6858000" cy="9144000"/>
  <p:embeddedFontLst>
    <p:embeddedFont>
      <p:font typeface="Google Sans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GoogleSans-regular.fntdata"/><Relationship Id="rId21" Type="http://schemas.openxmlformats.org/officeDocument/2006/relationships/slide" Target="slides/slide15.xml"/><Relationship Id="rId24" Type="http://schemas.openxmlformats.org/officeDocument/2006/relationships/font" Target="fonts/GoogleSans-italic.fntdata"/><Relationship Id="rId23" Type="http://schemas.openxmlformats.org/officeDocument/2006/relationships/font" Target="fonts/GoogleSans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5" Type="http://schemas.openxmlformats.org/officeDocument/2006/relationships/font" Target="fonts/GoogleSans-bold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c07f7ad1a1_2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g3c07f7ad1a1_2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c07f7ad1a1_2_5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g3c07f7ad1a1_2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c07f7ad1a1_2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g3c07f7ad1a1_2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c07f7ad1a1_2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g3c07f7ad1a1_2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c07f7ad1a1_2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g3c07f7ad1a1_2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c07f7ad1a1_2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g3c07f7ad1a1_2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c07f7ad1a1_2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g3c07f7ad1a1_2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c07f7ad1a1_2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" name="Google Shape;143;g3c07f7ad1a1_2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c07f7ad1a1_2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" name="Google Shape;149;g3c07f7ad1a1_2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c07f7ad1a1_2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" name="Google Shape;155;g3c07f7ad1a1_2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c07f7ad1a1_2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" name="Google Shape;161;g3c07f7ad1a1_2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c07f7ad1a1_2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" name="Google Shape;167;g3c07f7ad1a1_2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c07f7ad1a1_2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g3c07f7ad1a1_2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c07f7ad1a1_2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9" name="Google Shape;179;g3c07f7ad1a1_2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c07f7ad1a1_2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" name="Google Shape;184;g3c07f7ad1a1_2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8" name="Google Shape;68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9" name="Google Shape;6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5" name="Google Shape;75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3" name="Google Shape;83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4" name="Google Shape;84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5" name="Google Shape;8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88" name="Google Shape;8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5"/>
          <p:cNvSpPr txBox="1"/>
          <p:nvPr/>
        </p:nvSpPr>
        <p:spPr>
          <a:xfrm>
            <a:off x="436625" y="8810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GB" sz="4000" u="none" cap="none" strike="noStrike">
                <a:solidFill>
                  <a:schemeClr val="accent1"/>
                </a:solidFill>
                <a:latin typeface="Google Sans"/>
                <a:ea typeface="Google Sans"/>
                <a:cs typeface="Google Sans"/>
                <a:sym typeface="Google Sans"/>
              </a:rPr>
              <a:t>Guidelines</a:t>
            </a:r>
            <a:endParaRPr b="1" i="0" sz="4000" u="none" cap="none" strike="noStrike">
              <a:solidFill>
                <a:schemeClr val="accent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00" name="Google Shape;100;p25"/>
          <p:cNvSpPr txBox="1"/>
          <p:nvPr/>
        </p:nvSpPr>
        <p:spPr>
          <a:xfrm>
            <a:off x="609900" y="1711275"/>
            <a:ext cx="7924200" cy="25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Kindly use the given template for submitting your </a:t>
            </a:r>
            <a:r>
              <a:rPr lang="en-GB" sz="15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prototype</a:t>
            </a: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(Make a copy of the template)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One team is only required to submit one project.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lang="en-GB" sz="15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Follow this template while preparing your presentation.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You are welcome to add as many POCs and design concepts to support your project.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The project should be feasible and the team members should be capable enough, to come up with the fully functioning prototype of the same idea, if required.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In case of queries, kindly reach out to us at </a:t>
            </a:r>
            <a:r>
              <a:rPr lang="en-GB" sz="15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solutionchallengesupport@hack2skill.com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01" name="Google Shape;101;p25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25"/>
          <p:cNvSpPr txBox="1"/>
          <p:nvPr/>
        </p:nvSpPr>
        <p:spPr>
          <a:xfrm>
            <a:off x="65700" y="3897125"/>
            <a:ext cx="9012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rgbClr val="FF0000"/>
                </a:solidFill>
                <a:latin typeface="Google Sans"/>
                <a:ea typeface="Google Sans"/>
                <a:cs typeface="Google Sans"/>
                <a:sym typeface="Google Sans"/>
              </a:rPr>
              <a:t>Note:</a:t>
            </a:r>
            <a:r>
              <a:rPr lang="en-GB" sz="15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 Prototype must include cloud deployment and use at least one Google AI model or service (e.g., Gemini) as part of the solution.</a:t>
            </a:r>
            <a:endParaRPr sz="1500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108" name="Google Shape;108;p26"/>
          <p:cNvPicPr preferRelativeResize="0"/>
          <p:nvPr/>
        </p:nvPicPr>
        <p:blipFill rotWithShape="1">
          <a:blip r:embed="rId3">
            <a:alphaModFix/>
          </a:blip>
          <a:srcRect b="0" l="0" r="0" t="47611"/>
          <a:stretch/>
        </p:blipFill>
        <p:spPr>
          <a:xfrm>
            <a:off x="0" y="2448875"/>
            <a:ext cx="9144000" cy="2694624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6"/>
          <p:cNvSpPr txBox="1"/>
          <p:nvPr/>
        </p:nvSpPr>
        <p:spPr>
          <a:xfrm>
            <a:off x="146600" y="2895500"/>
            <a:ext cx="8760000" cy="20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Team Details</a:t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Team name: </a:t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Team leader name: </a:t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Problem Statement: </a:t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0" name="Google Shape;110;p26" title="Frame 96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9143997" cy="27592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7"/>
          <p:cNvSpPr txBox="1"/>
          <p:nvPr/>
        </p:nvSpPr>
        <p:spPr>
          <a:xfrm>
            <a:off x="85525" y="806350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Brief about your solution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16" name="Google Shape;116;p27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8"/>
          <p:cNvSpPr txBox="1"/>
          <p:nvPr/>
        </p:nvSpPr>
        <p:spPr>
          <a:xfrm>
            <a:off x="183250" y="818550"/>
            <a:ext cx="8784300" cy="14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Opportunities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How different is it from any of the other existing ideas?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How will it be able to solve the problem?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USP of the proposed solution</a:t>
            </a:r>
            <a:endParaRPr sz="1800"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595959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22" name="Google Shape;122;p28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9"/>
          <p:cNvSpPr txBox="1"/>
          <p:nvPr/>
        </p:nvSpPr>
        <p:spPr>
          <a:xfrm>
            <a:off x="195475" y="855225"/>
            <a:ext cx="8698800" cy="5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List of features offered by the solution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28" name="Google Shape;128;p29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30"/>
          <p:cNvSpPr txBox="1"/>
          <p:nvPr/>
        </p:nvSpPr>
        <p:spPr>
          <a:xfrm>
            <a:off x="195475" y="830775"/>
            <a:ext cx="8772000" cy="5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Process flow diagram or Use-case diagram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34" name="Google Shape;134;p30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1"/>
          <p:cNvSpPr txBox="1"/>
          <p:nvPr/>
        </p:nvSpPr>
        <p:spPr>
          <a:xfrm>
            <a:off x="207700" y="879650"/>
            <a:ext cx="87231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Wireframes/Mock diagrams of the proposed solution (optional)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40" name="Google Shape;140;p31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2"/>
          <p:cNvSpPr txBox="1"/>
          <p:nvPr/>
        </p:nvSpPr>
        <p:spPr>
          <a:xfrm>
            <a:off x="171050" y="867425"/>
            <a:ext cx="88209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Architecture diagram of the proposed solution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46" name="Google Shape;146;p32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3"/>
          <p:cNvSpPr txBox="1"/>
          <p:nvPr/>
        </p:nvSpPr>
        <p:spPr>
          <a:xfrm>
            <a:off x="158825" y="855225"/>
            <a:ext cx="8784300" cy="11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Technologies to be used in the solution</a:t>
            </a:r>
            <a:endParaRPr b="0" i="0" sz="12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52" name="Google Shape;152;p33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4"/>
          <p:cNvSpPr txBox="1"/>
          <p:nvPr/>
        </p:nvSpPr>
        <p:spPr>
          <a:xfrm>
            <a:off x="158825" y="818550"/>
            <a:ext cx="8845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Estimated implementation cost (optional)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58" name="Google Shape;158;p34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5"/>
          <p:cNvSpPr txBox="1"/>
          <p:nvPr/>
        </p:nvSpPr>
        <p:spPr>
          <a:xfrm>
            <a:off x="219900" y="855225"/>
            <a:ext cx="87231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Snapshots of the MVP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64" name="Google Shape;164;p35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6"/>
          <p:cNvSpPr txBox="1"/>
          <p:nvPr/>
        </p:nvSpPr>
        <p:spPr>
          <a:xfrm>
            <a:off x="109950" y="781900"/>
            <a:ext cx="8894100" cy="6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Additional Details/Future Development (if any)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70" name="Google Shape;170;p36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7"/>
          <p:cNvSpPr txBox="1"/>
          <p:nvPr/>
        </p:nvSpPr>
        <p:spPr>
          <a:xfrm>
            <a:off x="146600" y="843000"/>
            <a:ext cx="8833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Provide links to your: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rabicPeriod"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GitHub Public Repository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rabicPeriod"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Demo Video Link (3 Minutes)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rabicPeriod"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MVP Link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Google Sans"/>
              <a:buAutoNum type="arabicPeriod"/>
            </a:pPr>
            <a:r>
              <a:rPr lang="en-GB" sz="1800">
                <a:latin typeface="Google Sans"/>
                <a:ea typeface="Google Sans"/>
                <a:cs typeface="Google Sans"/>
                <a:sym typeface="Google Sans"/>
              </a:rPr>
              <a:t>Working Prototype Link</a:t>
            </a:r>
            <a:endParaRPr sz="1800"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76" name="Google Shape;176;p37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Google Shape;181;p38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39" title="38d89ed3-9ded-48f6-b368-c62c46c50b68 1 [Vectorized]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45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